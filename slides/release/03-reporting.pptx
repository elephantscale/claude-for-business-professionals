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Reassure the room: they already did the thinking in Session 2. Writing is now a transformation task, which is exactly what Claude is best at.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 parallel to Session 2's "orient before you ask" and Session 4's "outline before slides." Same discipline three times: get the skeleton right before the surface.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is the highest-leverage idea in the session. Demo the retarget live if you can — one sentence of instruction, a completely different document. The lab has them do it.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Common bad habit: people re-run the whole prompt hoping for a better draft, losing the good parts. Show the surgical edit — it's faster and keeps what worked.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is Session 3's version of Session 2's sanity-check. "The words can be Claude's; the claims have to be yours." Protect this in the lab even under time pressure — it's the professional core.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Previews Session 4's prompt library. The theme of the whole course: capture what worked so the gains outlast the class.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Hand to</a:t>
            </a:r>
            <a:r>
              <a:rPr>
                <a:latin typeface="Courier New"/>
              </a:rPr>
              <a:t> labs/03-report.md</a:t>
            </a:r>
            <a:r>
              <a:t> . ~30 minutes. Debrief on the retarget — put the CFO version and the managers' version side by side; same facts, different document.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From Analysis to a Clear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Job This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 have three findings. Now make writing that a busy executive will actually read — and can act on.</a:t>
            </a:r>
          </a:p>
          <a:p>
            <a:r>
              <a:t> The good news: the hard part (the analysis) is done. This session is about</a:t>
            </a:r>
            <a:r>
              <a:rPr b="1"/>
              <a:t> shaping</a:t>
            </a:r>
            <a:r>
              <a:t> it — for a reader, at a length, in a 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Before Prose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Don't ask for "a report." Ask for a</a:t>
            </a:r>
            <a:r>
              <a:rPr b="1"/>
              <a:t> structure</a:t>
            </a:r>
            <a:r>
              <a:t> :</a:t>
            </a:r>
          </a:p>
          <a:p>
            <a:endParaRPr/>
          </a:p>
          <a:p>
            <a:r>
              <a:t> Structure first means you can fix the shape before you polish the 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4758531"/>
            <a:ext cx="7507224" cy="175564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one-sentence headline · "What's working" / "What needs attention" · one recommendation with its risk · under 300 words.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Tone, Length, Audience — All Just Specified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same facts become three different documents depending on the reader:</a:t>
            </a:r>
          </a:p>
          <a:p>
            <a:r>
              <a:rPr b="1"/>
              <a:t> The CFO</a:t>
            </a:r>
            <a:r>
              <a:t> — numbers, risk, the decision. Terse.</a:t>
            </a:r>
          </a:p>
          <a:p>
            <a:r>
              <a:rPr b="1"/>
              <a:t> The port managers</a:t>
            </a:r>
            <a:r>
              <a:t> — what it means for</a:t>
            </a:r>
            <a:r>
              <a:rPr i="1"/>
              <a:t> them</a:t>
            </a:r>
            <a:r>
              <a:t> , not a scorecard.</a:t>
            </a:r>
          </a:p>
          <a:p>
            <a:r>
              <a:rPr b="1"/>
              <a:t> The all-hands</a:t>
            </a:r>
            <a:r>
              <a:t> — plain, reassuring, no jargon.</a:t>
            </a:r>
          </a:p>
          <a:p>
            <a:r>
              <a:t> You don't rewrite. You say who it's for, and re-run.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Edit With It — Don't Start 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Never regenerate a whole draft to fix one line.</a:t>
            </a:r>
            <a:r>
              <a:rPr b="1"/>
              <a:t> Steer</a:t>
            </a:r>
            <a:r>
              <a:t> it:</a:t>
            </a:r>
          </a:p>
          <a:p>
            <a:r>
              <a:rPr i="1"/>
              <a:t> "Tighten this section to three sentences, more direct, less hedging."</a:t>
            </a:r>
          </a:p>
          <a:p>
            <a:r>
              <a:rPr i="1"/>
              <a:t> "Rewrite the recommendation as an action with an owner and a deadline."</a:t>
            </a:r>
          </a:p>
          <a:p>
            <a:r>
              <a:rPr i="1"/>
              <a:t> "Cut every sentence a skeptic could call vague."</a:t>
            </a:r>
          </a:p>
          <a:p>
            <a:r>
              <a:t> Each instruction changes one thing. That's editing, not gambling.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Honesty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pass most people skip and shouldn't:</a:t>
            </a:r>
          </a:p>
          <a:p>
            <a:endParaRPr/>
          </a:p>
          <a:p>
            <a:r>
              <a:t> Then</a:t>
            </a:r>
            <a:r>
              <a:rPr b="1"/>
              <a:t> you</a:t>
            </a:r>
            <a:r>
              <a:t> decide which inferences to keep. That decision is why you can defend the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5557557"/>
            <a:ext cx="7507224" cy="175564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"Flag every sentence stating something not directly supported by the data — any number, claim, or cause that was inferred rather than found."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Templates and Recipes — So It Sticks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Turn a prompt that worked into a reusable one:</a:t>
            </a:r>
          </a:p>
          <a:p>
            <a:endParaRPr/>
          </a:p>
          <a:p>
            <a:r>
              <a:t> Save it. Next month's report is now a five-minute job.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672931"/>
            <a:ext cx="7507224" cy="175564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"Turn my executive-summary prompt into a template with [BRACKETS] for the audience, length, and subject — something I can paste and fill in next time."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3 — Produce a Polished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Executive summary from your three findings</a:t>
            </a:r>
          </a:p>
          <a:p>
            <a:r>
              <a:t> Edit surgically → run the honesty pass</a:t>
            </a:r>
          </a:p>
          <a:p>
            <a:r>
              <a:rPr b="1"/>
              <a:t> Retarget for a different reader in one prompt</a:t>
            </a:r>
          </a:p>
          <a:p>
            <a:r>
              <a:t> Save one reusable report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741</Words>
  <Application>Microsoft Macintosh PowerPoint</Application>
  <PresentationFormat>Custom</PresentationFormat>
  <Paragraphs>51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From Analysis to a Clear Report</vt:lpstr>
      <vt:lpstr>The Job This Session</vt:lpstr>
      <vt:lpstr>Structure Before Prose</vt:lpstr>
      <vt:lpstr>Tone, Length, Audience — All Just Specified</vt:lpstr>
      <vt:lpstr>Edit With It — Don't Start Over</vt:lpstr>
      <vt:lpstr>The Honesty Pass</vt:lpstr>
      <vt:lpstr>Templates and Recipes — So It Sticks</vt:lpstr>
      <vt:lpstr>Lab 3 — Produce a Polished Report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4136</cp:revision>
  <cp:lastPrinted>2010-01-03T02:41:41Z</cp:lastPrinted>
  <dcterms:created xsi:type="dcterms:W3CDTF">2010-07-13T15:22:01Z</dcterms:created>
  <dcterms:modified xsi:type="dcterms:W3CDTF">2026-09-23T23:29:42Z</dcterms:modified>
</cp:coreProperties>
</file>