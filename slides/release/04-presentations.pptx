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By now the "structure first" pattern is familiar — orient, then structure, then surface. Name it; they've now done it three sessions running.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takeaway-vs-topic distinction is the whole slide-writing lesson. A deck of takeaway titles tells the story even if you only read the titles. Demo the difference.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Voice is the one thing only they can judge. Encourage reading a note aloud — the ear catches what the eye misses. This is where "sounds like you" is won or lost.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Contrast with the old way — an hour of dragging text boxes. The value proposition is iteration speed: try three versions in the time one used to take.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Keep this practical and concrete — this is the step people get stuck on. The paste-ready-text approach is the most reliable across tools. Walk it once on screen.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Head off the "but it's not real slides" disappointment before it lands. Framed as a trade, it reads as the win it is. Manage the expectation and the room stays happy.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whole point of the course, restated. Hand out / point to</a:t>
            </a:r>
            <a:r>
              <a:rPr>
                <a:latin typeface="Courier New"/>
              </a:rPr>
              <a:t> course-materials/prompt-library-template.md</a:t>
            </a:r>
            <a:r>
              <a:t> . Protect time for it in the lab.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five habits are the course in one slide. If someone remembers only this slide, they got their money's worth.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Hand to</a:t>
            </a:r>
            <a:r>
              <a:rPr>
                <a:latin typeface="Courier New"/>
              </a:rPr>
              <a:t> labs/04-presentation.md</a:t>
            </a:r>
            <a:r>
              <a:t> . ~30 minutes. Close the course on the prompt library, not the deck — the durable skill is the point. Then Q&amp;A and where-to-go-next.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Building a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Last Mile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Report done. Now the deck — the thing you'll actually stand up and present.</a:t>
            </a:r>
          </a:p>
          <a:p>
            <a:r>
              <a:t> Same move as before:</a:t>
            </a:r>
            <a:r>
              <a:rPr b="1"/>
              <a:t> structure first, polish last.</a:t>
            </a:r>
            <a:r>
              <a:t> Get the story and the flow right, then worry about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to Slide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Don't ask for "slides." Ask for an</a:t>
            </a:r>
            <a:r>
              <a:rPr b="1"/>
              <a:t> outline</a:t>
            </a:r>
            <a:r>
              <a:t> :</a:t>
            </a:r>
          </a:p>
          <a:p>
            <a:endParaRPr/>
          </a:p>
          <a:p>
            <a:r>
              <a:t> A "topic" title is</a:t>
            </a:r>
            <a:r>
              <a:rPr i="1"/>
              <a:t> "Namibe."</a:t>
            </a:r>
            <a:r>
              <a:t> A</a:t>
            </a:r>
            <a:r>
              <a:rPr b="1"/>
              <a:t> takeaway</a:t>
            </a:r>
            <a:r>
              <a:t> title is</a:t>
            </a:r>
            <a:r>
              <a:rPr i="1"/>
              <a:t> "Namibe needs a decision now."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5581370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One slide per key message · 5–6 slides · each with a takeaway title (not a topic) and 3 tight bullets · start with the headline, end with the 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Speaker Notes That Sound Like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slide is the visual; the notes are what you</a:t>
            </a:r>
            <a:r>
              <a:rPr b="1"/>
              <a:t> say</a:t>
            </a:r>
            <a:r>
              <a:t> :</a:t>
            </a:r>
          </a:p>
          <a:p>
            <a:endParaRPr/>
          </a:p>
          <a:p>
            <a:r>
              <a:t> If it sounds like a press release, tell it:</a:t>
            </a:r>
            <a:r>
              <a:rPr i="1"/>
              <a:t> "less corporate, like I'm talking to colleagues."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3767931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"For each slide, ~2 sentences of speaker notes — what I'd say out loud, conversational, first person. Add the 'so what', don't just read the bullets."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 Revisions — The Real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Decks change at the last minute. That's a feature here, not a problem:</a:t>
            </a:r>
          </a:p>
          <a:p>
            <a:r>
              <a:rPr i="1"/>
              <a:t> "Cut to 4 slides, merge the two port slides."</a:t>
            </a:r>
          </a:p>
          <a:p>
            <a:r>
              <a:rPr i="1"/>
              <a:t> "Reframe the Namibe slide from a problem into a decision."</a:t>
            </a:r>
          </a:p>
          <a:p>
            <a:r>
              <a:rPr i="1"/>
              <a:t> "Stronger close — one clear ask, not a summary."</a:t>
            </a:r>
          </a:p>
          <a:p>
            <a:r>
              <a:t> Draft fast, reshape on demand.</a:t>
            </a:r>
            <a:r>
              <a:rPr b="1"/>
              <a:t> The speed is the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Into PowerPoint / Google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Claude drafts the</a:t>
            </a:r>
            <a:r>
              <a:rPr b="1"/>
              <a:t> content</a:t>
            </a:r>
            <a:r>
              <a:t> ; you move it into your tool:</a:t>
            </a:r>
          </a:p>
          <a:p>
            <a:r>
              <a:t> Ask for it</a:t>
            </a:r>
            <a:r>
              <a:rPr b="1"/>
              <a:t> as paste-ready text</a:t>
            </a:r>
            <a:r>
              <a:t> — title, bullets, then a "Notes:" line per slide</a:t>
            </a:r>
          </a:p>
          <a:p>
            <a:r>
              <a:rPr b="1"/>
              <a:t> PowerPoint Outline View</a:t>
            </a:r>
            <a:r>
              <a:t> turns a pasted outline into slides</a:t>
            </a:r>
          </a:p>
          <a:p>
            <a:r>
              <a:rPr b="1"/>
              <a:t> Google Slides</a:t>
            </a:r>
            <a:r>
              <a:t> — paste titles/bullets into the outline, notes into speaker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Honest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Claude builds the</a:t>
            </a:r>
            <a:r>
              <a:rPr b="1"/>
              <a:t> words, the structure, the notes</a:t>
            </a:r>
            <a:r>
              <a:t> — 90% of the deck, in minutes.</a:t>
            </a:r>
          </a:p>
          <a:p>
            <a:r>
              <a:t> It does</a:t>
            </a:r>
            <a:r>
              <a:rPr b="1"/>
              <a:t> not</a:t>
            </a:r>
            <a:r>
              <a:t> build your company's branded, pixel-perfect template. You do the last 10% — theme, logo, polish — in your slide tool.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9800" y="62063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That trade — minutes of content for minutes of polish — is almost always worth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It Stick — Your Prompt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real takeaway isn't a document. It's the</a:t>
            </a:r>
            <a:r>
              <a:rPr b="1"/>
              <a:t> prompts</a:t>
            </a:r>
            <a:r>
              <a:t> that made them:</a:t>
            </a:r>
          </a:p>
          <a:p>
            <a:r>
              <a:t> Analyze a spreadsheet · Findings → report · Retarget for a new reader · Report → deck</a:t>
            </a:r>
          </a:p>
          <a:p>
            <a:r>
              <a:t> Ask Claude:</a:t>
            </a:r>
            <a:r>
              <a:rPr i="1"/>
              <a:t> "pick the 5 prompts that did the most work and write each as a reusable</a:t>
            </a:r>
          </a:p>
          <a:p>
            <a:r>
              <a:t> Save them. That's next month's work, already half-done.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Habits to Leave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Verify</a:t>
            </a:r>
            <a:r>
              <a:t> — check the numbers that matter; run the honesty pass</a:t>
            </a:r>
          </a:p>
          <a:p>
            <a:r>
              <a:rPr b="1"/>
              <a:t> Protect data</a:t>
            </a:r>
            <a:r>
              <a:t> — the screenshot test, every time</a:t>
            </a:r>
          </a:p>
          <a:p>
            <a:r>
              <a:rPr b="1"/>
              <a:t> Iterate</a:t>
            </a:r>
            <a:r>
              <a:t> — never accept the first draft; steer it</a:t>
            </a:r>
          </a:p>
          <a:p>
            <a:r>
              <a:rPr b="1"/>
              <a:t> Structure first</a:t>
            </a:r>
            <a:r>
              <a:t> — orient, outline, then polish</a:t>
            </a:r>
          </a:p>
          <a:p>
            <a:r>
              <a:rPr b="1"/>
              <a:t> Save what works</a:t>
            </a:r>
            <a:r>
              <a:t> — a prompt reused is a task never restarted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4 — Draft a Short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Report → slide outline with takeaway titles → speaker notes</a:t>
            </a:r>
          </a:p>
          <a:p>
            <a:r>
              <a:t> Fast revisions → get it into PowerPoint / Google Slides</a:t>
            </a:r>
          </a:p>
          <a:p>
            <a:r>
              <a:t> Build your</a:t>
            </a:r>
            <a:r>
              <a:rPr b="1"/>
              <a:t> prompt library</a:t>
            </a:r>
            <a:r>
              <a:t> — the thing you walk out with</a:t>
            </a:r>
          </a:p>
          <a:p>
            <a:r>
              <a:rPr b="1"/>
              <a:t> Data → report → deck → the prompts to do it all again. Desk-ready.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993</Words>
  <Application>Microsoft Macintosh PowerPoint</Application>
  <PresentationFormat>Custom</PresentationFormat>
  <Paragraphs>64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Building a Presentation</vt:lpstr>
      <vt:lpstr>The Last Mile</vt:lpstr>
      <vt:lpstr>Report to Slide Outline</vt:lpstr>
      <vt:lpstr>Speaker Notes That Sound Like You</vt:lpstr>
      <vt:lpstr>Fast Revisions — The Real Workflow</vt:lpstr>
      <vt:lpstr>Into PowerPoint / Google Slides</vt:lpstr>
      <vt:lpstr>The Honest Limit</vt:lpstr>
      <vt:lpstr>Making It Stick — Your Prompt Library</vt:lpstr>
      <vt:lpstr>Good Habits to Leave With</vt:lpstr>
      <vt:lpstr>Lab 4 — Draft a Short Deck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2026-09-23T23:30:28Z</dcterms:modified>
</cp:coreProperties>
</file>