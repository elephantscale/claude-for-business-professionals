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"confidently wrong" framing does a lot of work all course. It's not broken when it errs; that's a known property, and the whole skill is designing around it.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These map directly to the next three sessions. Every one is something the room does weekly by hand.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counterweight to the previous slide. The pairing — good at / needs a check — is the honest picture. Neither hype nor dismissal.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Write these four words on the board. Every good prompt in the course is these four. Have them say them back.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live demo. Run both prompts in front of the room on the Session-1 lab text. The gap arriving on screen is more persuasive than any slide. Then they do it themselves in Lab 1.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For this audience, Projects is the killer feature — it's the difference between a novelty and a workspace. This is why the course is on Claude.ai, not an API playground. They set one up in Lab 1 and use it all four sessions.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Call back to "confidently wrong." You can't eliminate it, but you can instruct against it. This line reappears in Session 2 when the data has errors and blanks.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a real concern for a corporate room and it's often the question that decides whether they'll actually use the tool. Give it proper time; it builds trust in the whole course.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If asked "why not just use the API / a key?" — because the whole value for this audience is Projects, Artifacts, and the analysis tool, and the API surface has none of them. It's a developer tool; this is a business tool.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Hand to</a:t>
            </a:r>
            <a:r>
              <a:rPr>
                <a:latin typeface="Courier New"/>
              </a:rPr>
              <a:t> labs/01-first-prompts.md</a:t>
            </a:r>
            <a:r>
              <a:t> . ~20 minutes. Debrief by putting one naive and one engineered summary side by side.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Getting Productive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Claude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very capable</a:t>
            </a:r>
            <a:r>
              <a:rPr b="1"/>
              <a:t> writing and reasoning assistant</a:t>
            </a:r>
            <a:r>
              <a:t> you talk to in plain language. It reads what you give it, and it produces text: summaries, analysis, drafts, explanations.</a:t>
            </a:r>
          </a:p>
          <a:p>
            <a:r>
              <a:t> It is not a search engine, not a calculator by default, and not a source of truth about your company. It's a fast, tireless colleague who is brilliant, widely read — and occasionally, confidently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It's Genuinely Good 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Summarizing</a:t>
            </a:r>
            <a:r>
              <a:t> long things into short things, for a specific reader</a:t>
            </a:r>
          </a:p>
          <a:p>
            <a:r>
              <a:rPr b="1"/>
              <a:t> Drafting</a:t>
            </a:r>
            <a:r>
              <a:t> — reports, emails, slides, from rough inputs</a:t>
            </a:r>
          </a:p>
          <a:p>
            <a:r>
              <a:rPr b="1"/>
              <a:t> Transforming</a:t>
            </a:r>
            <a:r>
              <a:t> — reformat, restructure, change the tone or audience</a:t>
            </a:r>
          </a:p>
          <a:p>
            <a:r>
              <a:rPr b="1"/>
              <a:t> Explaining</a:t>
            </a:r>
            <a:r>
              <a:t> — turning jargon or data into plain language</a:t>
            </a:r>
          </a:p>
          <a:p>
            <a:r>
              <a:rPr b="1"/>
              <a:t> Analyzing</a:t>
            </a:r>
            <a:r>
              <a:t> data you give it —</a:t>
            </a:r>
            <a:r>
              <a:rPr i="1"/>
              <a:t> when you ask it to calculate, not guess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Needs a Human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Numbers</a:t>
            </a:r>
            <a:r>
              <a:t> — it can estimate when it should calculate. Ask for the analysis tool.</a:t>
            </a:r>
          </a:p>
          <a:p>
            <a:r>
              <a:rPr b="1"/>
              <a:t> Facts about the world</a:t>
            </a:r>
            <a:r>
              <a:t> — it can be out of date or simply wrong. Verify anything load-bearing.</a:t>
            </a:r>
          </a:p>
          <a:p>
            <a:r>
              <a:rPr b="1"/>
              <a:t> Your specifics</a:t>
            </a:r>
            <a:r>
              <a:t> — it doesn't know your company unless you tell it (or upload it).</a:t>
            </a:r>
          </a:p>
          <a:p>
            <a:r>
              <a:rPr b="1"/>
              <a:t> Judgment</a:t>
            </a:r>
            <a:r>
              <a:t> — what to lead with, what to promise, what's true enough to sign. Yours.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Anatomy of a Working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Four parts. Miss them and you get a shrug; include them and you get real work: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792224"/>
            <a:ext cx="7507224" cy="2633472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Context — who you are, who it's for, what it's for Task — the one thing you want done Format — length, structure, tone Example — one line showing the style you want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Naive vs. Engineered — The Whole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Naive:</a:t>
            </a:r>
            <a:r>
              <a:t> </a:t>
            </a:r>
            <a:r>
              <a:rPr i="1"/>
              <a:t> "Summarize this."</a:t>
            </a:r>
          </a:p>
          <a:p>
            <a:r>
              <a:rPr b="1"/>
              <a:t> Engineered:</a:t>
            </a:r>
            <a:r>
              <a:t> </a:t>
            </a:r>
            <a:r>
              <a:rPr i="1"/>
              <a:t> "You're helping me prep for the board. Turn this note into a status summary:</a:t>
            </a:r>
          </a:p>
          <a:p>
            <a:r>
              <a:t> Same model. Same text. Completely different result.</a:t>
            </a:r>
            <a:r>
              <a:rPr b="1"/>
              <a:t> The difference is 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— A Workspace That Remembers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Project</a:t>
            </a:r>
            <a:r>
              <a:t> holds your files, your instructions, and your history in one place, so you stop re-explaining yourself.</a:t>
            </a:r>
          </a:p>
          <a:p>
            <a:r>
              <a:t> Upload documents, spreadsheets, notes — once</a:t>
            </a:r>
          </a:p>
          <a:p>
            <a:r>
              <a:t> Set standing instructions (</a:t>
            </a:r>
            <a:r>
              <a:rPr i="1"/>
              <a:t> "be concise; say when you're unsure"</a:t>
            </a:r>
            <a:r>
              <a:t> )</a:t>
            </a:r>
          </a:p>
          <a:p>
            <a:r>
              <a:t> Every chat in the Project starts already knowing your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 Instruction That Makes It Honest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Put this in your project instructions:</a:t>
            </a:r>
          </a:p>
          <a:p>
            <a:endParaRPr/>
          </a:p>
          <a:p>
            <a:r>
              <a:t> That single line turns off most confident-but-wrong answers before they start.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41489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"When something isn't in the data I gave you, say so rather than guessing. When you give numbers, tell me whether you calculated or estimated them."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Use — What's Safe to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</a:t>
            </a:r>
            <a:r>
              <a:rPr b="1"/>
              <a:t> Claude for Work</a:t>
            </a:r>
            <a:r>
              <a:t> (Team/Enterprise), your data isn't used to train models and stays in your company workspace. Even so:</a:t>
            </a:r>
          </a:p>
          <a:p>
            <a:r>
              <a:rPr b="1"/>
              <a:t> Never paste:</a:t>
            </a:r>
            <a:r>
              <a:t> passwords/keys, personal data (names, IDs, pay, health), embargoed or NDA material, anything under legal hold.</a:t>
            </a:r>
          </a:p>
          <a:p>
            <a:r>
              <a:rPr b="1"/>
              <a:t> When unsure, anonymize</a:t>
            </a:r>
            <a:r>
              <a:t> — placeholders instead of real names and numbers.</a:t>
            </a:r>
          </a:p>
          <a:p>
            <a:r>
              <a:rPr b="1"/>
              <a:t> The test:</a:t>
            </a:r>
            <a:r>
              <a:t> </a:t>
            </a:r>
            <a:r>
              <a:rPr i="1"/>
              <a:t> "Would I be comfortable if this appeared in a screenshot?"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Claude — the Honest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Claude Team ("for Work")</a:t>
            </a:r>
            <a:r>
              <a:t> — recommended: Projects for all, data kept out of training, central admin.</a:t>
            </a:r>
          </a:p>
          <a:p>
            <a:r>
              <a:rPr b="1"/>
              <a:t> Pro</a:t>
            </a:r>
            <a:r>
              <a:t> — fine for one person; same features in the labs.</a:t>
            </a:r>
          </a:p>
          <a:p>
            <a:r>
              <a:rPr b="1"/>
              <a:t> Free</a:t>
            </a:r>
            <a:r>
              <a:t> — too limited for the labs.</a:t>
            </a:r>
          </a:p>
          <a:p>
            <a:r>
              <a:rPr b="1"/>
              <a:t> API keys</a:t>
            </a:r>
            <a:r>
              <a:t> — not this course. No Projects, no Artifacts, no analysis tool.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 — Your First Working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Set up your</a:t>
            </a:r>
            <a:r>
              <a:rPr b="1"/>
              <a:t> "Kwanza — My Workspace"</a:t>
            </a:r>
            <a:r>
              <a:t> Project and upload the dataset</a:t>
            </a:r>
          </a:p>
          <a:p>
            <a:r>
              <a:t> Take a rambling business note from naive prompt → engineered prompt</a:t>
            </a:r>
          </a:p>
          <a:p>
            <a:r>
              <a:t> Run the data-safety judgment drill</a:t>
            </a:r>
          </a:p>
          <a:p>
            <a:r>
              <a:rPr b="1"/>
              <a:t> You'll feel the difference the four-part prompt makes. That's the whole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378293</TotalTime>
  <Words>1153</Words>
  <Application>Microsoft Macintosh PowerPoint</Application>
  <PresentationFormat>Custom</PresentationFormat>
  <Paragraphs>68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Getting Productive with Claude</vt:lpstr>
      <vt:lpstr>What Claude Actually Is</vt:lpstr>
      <vt:lpstr>What It's Genuinely Good At</vt:lpstr>
      <vt:lpstr>Where It Needs a Human Check</vt:lpstr>
      <vt:lpstr>The Anatomy of a Working Prompt</vt:lpstr>
      <vt:lpstr>Naive vs. Engineered — The Whole Game</vt:lpstr>
      <vt:lpstr>Projects — A Workspace That Remembers</vt:lpstr>
      <vt:lpstr>The One Instruction That Makes It Honest</vt:lpstr>
      <vt:lpstr>Responsible Use — What's Safe to Share</vt:lpstr>
      <vt:lpstr>Which Claude — the Honest Guidance</vt:lpstr>
      <vt:lpstr>Lab 1 — Your First Working Prompts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2026-09-23T23:27:36Z</dcterms:modified>
</cp:coreProperties>
</file>