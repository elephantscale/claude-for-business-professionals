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59" autoAdjust="0"/>
    <p:restoredTop sz="86027" autoAdjust="0"/>
  </p:normalViewPr>
  <p:slideViewPr>
    <p:cSldViewPr>
      <p:cViewPr varScale="1">
        <p:scale>
          <a:sx n="90" d="100"/>
          <a:sy n="90" d="100"/>
        </p:scale>
        <p:origin x="3312" y="192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This is the session that surprises people most. Most of the room associates "data analysis" with Excel pain. Watching a question in plain English return a chart reframes what the tool is for.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This is the single most important idea in the session. Demo it: ask for a total both ways and show they can differ. "Calculated, not estimated" becomes the refrain.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These are the Session-2 lab questions. Point out that each is a plain sentence — no syntax, no functions. The skill is knowing</a:t>
            </a:r>
            <a:r>
              <a:rPr i="1"/>
              <a:t> what</a:t>
            </a:r>
            <a:r>
              <a:t> to ask, not</a:t>
            </a:r>
            <a:r>
              <a:rPr i="1"/>
              <a:t> how</a:t>
            </a:r>
            <a:r>
              <a:t> to write it.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Tie back to the project instruction from Session 1 — "don't invent values." When Claude</a:t>
            </a:r>
            <a:r>
              <a:rPr i="1"/>
              <a:t> lists</a:t>
            </a:r>
            <a:r>
              <a:t> the blanks instead of filling them, that's the instruction working. That's the whole point of the honesty line.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The Session-2 dataset has a planted 10x error (2025-06, Luanda, Brown — ~$655K vs a ~$66K norm). Do not tell them where — let them find it in the lab. The person who misses it because Claude "seemed confident" is the teaching moment: confidence is not accuracy.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Manage expectations: the chart is for understanding, not always the final artifact. Clean first, then chart — a chart on dirty data is a confident lie.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This is the bridge to Session 3. The lab ends by asking Claude to consolidate three findings in one sentence each — that list is the input to the report.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Hand to</a:t>
            </a:r>
            <a:r>
              <a:rPr>
                <a:latin typeface="Courier New"/>
              </a:rPr>
              <a:t> labs/02-data-analysis.md</a:t>
            </a:r>
            <a:r>
              <a:t> . ~30 minutes. In the debrief, ask who found the outlier and who didn't — and why. That contrast is the session's lesson.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Data Analysis in Plain English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Promise of This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You have a spreadsheet. You have questions about it. You do</a:t>
            </a:r>
            <a:r>
              <a:rPr b="1"/>
              <a:t> not</a:t>
            </a:r>
            <a:r>
              <a:t> want to write formulas or pivot tables.</a:t>
            </a:r>
          </a:p>
          <a:p>
            <a:r>
              <a:t> So don't. Upload it and ask — in the same plain English you'd use with a sharp analyst sitting next to you.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Calculated vs. Estimated — The Thing to Understand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Ask a numbers question casually, and Claude may</a:t>
            </a:r>
            <a:r>
              <a:rPr b="1"/>
              <a:t> estimate</a:t>
            </a:r>
            <a:r>
              <a:t> from what it read — fast, and sometimes wrong.</a:t>
            </a:r>
          </a:p>
          <a:p>
            <a:r>
              <a:t> Ask it to use the</a:t>
            </a:r>
            <a:r>
              <a:rPr b="1"/>
              <a:t> analysis tool</a:t>
            </a:r>
            <a:r>
              <a:t> , and it writes and runs real code on your file — the number is</a:t>
            </a:r>
            <a:r>
              <a:rPr b="1"/>
              <a:t> calculated</a:t>
            </a:r>
            <a:r>
              <a:t> .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6735959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When the number matters, say: "use the analysis tool."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You Can Ask, With No Formulas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i="1"/>
              <a:t> "What's the overall value trend over these 24 months?"</a:t>
            </a:r>
          </a:p>
          <a:p>
            <a:r>
              <a:rPr i="1"/>
              <a:t> "Which port is growing and which is declining?"</a:t>
            </a:r>
          </a:p>
          <a:p>
            <a:r>
              <a:rPr i="1"/>
              <a:t> "Which grade grows fastest? Any seasonality?"</a:t>
            </a:r>
          </a:p>
          <a:p>
            <a:r>
              <a:rPr i="1"/>
              <a:t> "Compare this year to last year by port."</a:t>
            </a:r>
          </a:p>
          <a:p>
            <a:r>
              <a:rPr i="1"/>
              <a:t> "Make a chart of monthly value by port."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Cleaning Messy Data by Describing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Real data is messy. You fix it by</a:t>
            </a:r>
            <a:r>
              <a:rPr b="1"/>
              <a:t> describing the mess</a:t>
            </a:r>
            <a:r>
              <a:t> , not editing cells:</a:t>
            </a:r>
          </a:p>
          <a:p>
            <a:r>
              <a:rPr i="1"/>
              <a:t> "The Port column is inconsistent — 'Namibe', 'namibe', 'NAMIBE', 'NMB'. Standardize it."</a:t>
            </a:r>
          </a:p>
          <a:p>
            <a:r>
              <a:rPr i="1"/>
              <a:t> "Some Value cells are blank. List which rows, and don't invent values."</a:t>
            </a:r>
          </a:p>
          <a:p>
            <a:r>
              <a:rPr i="1"/>
              <a:t> "Split this full-name column into first and last."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Sanity-Checking — Catch the Wrong Number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 numbers</a:t>
            </a:r>
            <a:r>
              <a:rPr i="1"/>
              <a:t> feel</a:t>
            </a:r>
            <a:r>
              <a:t> like data. They will end up on a slide.</a:t>
            </a:r>
            <a:r>
              <a:rPr b="1"/>
              <a:t> Check the ones that matter.</a:t>
            </a:r>
          </a:p>
          <a:p>
            <a:r>
              <a:t> Ask:</a:t>
            </a:r>
            <a:r>
              <a:rPr i="1"/>
              <a:t> "Any outliers or values that look like data-entry errors?"</a:t>
            </a:r>
          </a:p>
          <a:p>
            <a:r>
              <a:t> Then verify the flagged one</a:t>
            </a:r>
            <a:r>
              <a:rPr b="1"/>
              <a:t> yourself</a:t>
            </a:r>
            <a:r>
              <a:t> in the spreadsheet.</a:t>
            </a:r>
          </a:p>
          <a:p>
            <a:r>
              <a:t> One bad cell can quietly inflate a total nobody re-checks.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Charts, and Their Limits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Claude will draw you a chart to</a:t>
            </a:r>
            <a:r>
              <a:rPr i="1"/>
              <a:t> see</a:t>
            </a:r>
            <a:r>
              <a:t> the trend — great for exploring and for a first draft.</a:t>
            </a:r>
          </a:p>
          <a:p>
            <a:r>
              <a:t> Good for: spotting the shape, sharing a quick visual, sanity-checking a claim</a:t>
            </a:r>
          </a:p>
          <a:p>
            <a:r>
              <a:t> Watch: a chart built on un-cleaned data inherits every error</a:t>
            </a:r>
          </a:p>
          <a:p>
            <a:r>
              <a:t> For the final deck, you'll often rebuild the chart in your own tool — the value here is the</a:t>
            </a:r>
            <a:r>
              <a:rPr b="1"/>
              <a:t> insight</a:t>
            </a:r>
            <a:r>
              <a:t> , fast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Numbers to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 total is not a finding. A</a:t>
            </a:r>
            <a:r>
              <a:rPr b="1"/>
              <a:t> finding</a:t>
            </a:r>
            <a:r>
              <a:t> is the sentence you'd say to your boss: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89800" y="2929731"/>
            <a:ext cx="7507224" cy="2633472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Not: "Namibe imported about $0.9M." But: "Namibe's import value has declined year over year while every other port grew — we need an owner on it before the board deck."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2 — Analyze End to 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Orient → clean → find trends →</a:t>
            </a:r>
            <a:r>
              <a:rPr b="1"/>
              <a:t> catch the planted error</a:t>
            </a:r>
            <a:r>
              <a:t> → three findings</a:t>
            </a:r>
          </a:p>
          <a:p>
            <a:r>
              <a:t> Use the analysis tool so the numbers are real</a:t>
            </a:r>
          </a:p>
          <a:p>
            <a:r>
              <a:t> Leave with three findings you'd defend — one of them the error you caught</a:t>
            </a:r>
          </a:p>
          <a:p>
            <a:r>
              <a:rPr b="1"/>
              <a:t> The most important five minutes: finding the number that's wrong.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378292</TotalTime>
  <Words>926</Words>
  <Application>Microsoft Macintosh PowerPoint</Application>
  <PresentationFormat>Custom</PresentationFormat>
  <Paragraphs>54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Arial</vt:lpstr>
      <vt:lpstr>Arial Bold</vt:lpstr>
      <vt:lpstr>Courier New</vt:lpstr>
      <vt:lpstr>Garamond</vt:lpstr>
      <vt:lpstr>Monotype Sorts</vt:lpstr>
      <vt:lpstr>Times New Roman</vt:lpstr>
      <vt:lpstr>Verdana</vt:lpstr>
      <vt:lpstr>Wingdings</vt:lpstr>
      <vt:lpstr>LPc_New</vt:lpstr>
      <vt:lpstr>Data Analysis in Plain English</vt:lpstr>
      <vt:lpstr>The Promise of This Session</vt:lpstr>
      <vt:lpstr>Calculated vs. Estimated — The Thing to Understand</vt:lpstr>
      <vt:lpstr>What You Can Ask, With No Formulas</vt:lpstr>
      <vt:lpstr>Cleaning Messy Data by Describing It</vt:lpstr>
      <vt:lpstr>Sanity-Checking — Catch the Wrong Number</vt:lpstr>
      <vt:lpstr>Charts, and Their Limits</vt:lpstr>
      <vt:lpstr>From Numbers to Findings</vt:lpstr>
      <vt:lpstr>Lab 2 — Analyze End to End</vt:lpstr>
    </vt:vector>
  </TitlesOfParts>
  <Company>Elephant Scale LLC &amp; LearningPatterns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Brent Borgundvaag</cp:lastModifiedBy>
  <cp:revision>4136</cp:revision>
  <cp:lastPrinted>2010-01-03T02:41:41Z</cp:lastPrinted>
  <dcterms:created xsi:type="dcterms:W3CDTF">2010-07-13T15:22:01Z</dcterms:created>
  <dcterms:modified xsi:type="dcterms:W3CDTF">2026-09-23T23:28:27Z</dcterms:modified>
</cp:coreProperties>
</file>